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8000" b="1">
                <a:solidFill>
                  <a:srgbClr val="FFFFFF"/>
                </a:solidFill>
                <a:latin typeface="Arial"/>
              </a:defRPr>
            </a:pPr>
            <a:r>
              <a:t>Python in the Lion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FFD43B"/>
                </a:solidFill>
                <a:latin typeface="Courier New"/>
              </a:defRPr>
            </a:pPr>
            <a:r>
              <a:t>PyCon SG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EF3340"/>
                </a:solidFill>
                <a:latin typeface="Arial"/>
              </a:defRPr>
            </a:pPr>
            <a:r>
              <a:t>19th - 21st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FFD43B"/>
                </a:solidFill>
                <a:latin typeface="Arial"/>
              </a:defRPr>
            </a:pPr>
            <a:r>
              <a:t>Content Slide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First point goes here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  <a:latin typeface="Arial"/>
              </a:defRPr>
            </a:pPr>
            <a:r>
              <a:t>• Second point with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